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08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1C842-4F52-6950-C98D-17CA35C9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82811F-B78E-A090-90AF-F7696498E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443364" cy="6161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1F19D-2E19-3E72-FA4A-4947005F9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46996"/>
            <a:ext cx="8763000" cy="811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Office PowerPoint</Application>
  <PresentationFormat>Widescreen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Machines Part 2 - Stoplight Example</dc:title>
  <dc:subject>PptxGenJS Presentation</dc:subject>
  <dc:creator>Created by Marp</dc:creator>
  <cp:lastModifiedBy>R P</cp:lastModifiedBy>
  <cp:revision>2</cp:revision>
  <dcterms:created xsi:type="dcterms:W3CDTF">2026-09-28T07:46:53Z</dcterms:created>
  <dcterms:modified xsi:type="dcterms:W3CDTF">2026-09-28T07:50:21Z</dcterms:modified>
</cp:coreProperties>
</file>