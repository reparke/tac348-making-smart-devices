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150" d="100"/>
          <a:sy n="150" d="100"/>
        </p:scale>
        <p:origin x="72" y="-2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96490-355C-1A0C-BE98-A38C40F8A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299714-E16E-15C3-90E3-98B3AD6340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5AEE66-9531-43B7-3C5E-A5188E1F5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8727B-E4A4-2486-BDC7-8E9F9559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8F9904-1960-D05F-64CB-5A7738A87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425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F53E5-E76E-6D7B-F81B-EAA8016CA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6F7D6-3F69-92C4-580D-E0C5FB6EB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5E67F1-FF7D-AF3B-FA42-DB95F25840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43300-5762-1038-4D73-2C87D0B6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2697B-C2DC-5D14-2BBE-E072E5BFA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8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27E301-50D2-CBF5-74EA-7AAED61082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FCC2DA-1F1A-20CC-F9AA-111DB34A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3B9C7-D5A6-6406-260D-BCFCCE28A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526019-FC81-44A9-0311-45B933211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4063E-1484-1A3F-7416-1EE5C77C6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9211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0A315-5FD4-A2C5-9C93-5E3BE46A6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D3928-3B56-95EC-4BB3-3309ED7F1B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2E200E-0DA0-534F-E862-25AB1BC20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996253-C9EA-34D6-A984-090AF505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C2CBF-339D-DC67-393C-D9E85CECC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BB0C50-1F75-C8C7-CA2E-D72B07F5C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159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B2D97-EC3A-A5DC-90F4-3B27A250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5AFE8-A6F3-A73F-29A3-50721BA40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7D913-349F-900A-E47A-B7A22D90B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DCF673-4549-0FA6-7A1F-2EE59F96EA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A332C2-DFDD-9CBE-F684-2036C527E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0AB059-EE9F-7689-F57D-72AC4E1EE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E04F6-4C0B-8B2B-15BD-C9F8CCF4A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AD052C-2D97-AFCD-6C8A-F4DA6D739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4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39441-9D05-CCEF-7F2A-A6CDC1877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DA57E8-C8DC-9258-8E4E-FEA5C5E8B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20B008-9F1A-FDF3-143A-F4CD7BD5B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5713C5-8102-2CB3-7E09-5E4BD8D44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509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D956CF-C9ED-FFE6-33A2-C6C84D34B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88B7E-B7BD-D318-6F1A-550AEF064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54F1AA-04E2-E773-4043-90FCE4CFA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859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D7006-87EF-1123-1ABD-1058AD286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645A2-1712-14E7-B76E-08B04C503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47CB4-6D3D-E3FA-27A4-E0F841BEB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2CB33-CB5E-C39D-EB42-F96C5C0E8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1BA74-81C2-6E6C-497D-1CEC4CC4A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8F5F7-B463-283A-FF0C-5A2868DEA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456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8607B-EC4B-2EEC-2437-2EB0EB38D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D0A717-6B8D-5E07-1C1E-08D258A114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F638B8-BFBA-1214-A7E0-28E7E6D2E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8ADF32-A8EF-C8E5-3230-71E5BB412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E0299A-10AA-EE57-35DF-95C1B9F1EF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47CD27-DD0B-C4F4-8400-88235B9FD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71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0B1F0-B53A-3283-EF31-B0DDB0CCF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70B46-B455-92F3-1922-C187D249F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77E92-706A-9DD5-0173-E78DA4209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4F7332-A29B-7D39-BCF2-C35831D21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2E690-7D5D-EE20-9F64-386C155B2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99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93376A-960D-CF85-A9FE-211510FD27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821CC3-0AE6-43D0-FC2F-8961AB0D1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70C58-D35D-0CF0-AE88-66A199EB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14213-6EFD-AA64-517C-4224B3451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E1B4C-D46F-B6DF-E47D-E60709E78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422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A2F2C-7CDC-9A1A-746C-DB336D1C4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CBA24-8A0F-4865-D741-069522BC7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90041-ED30-E954-260D-4486514A9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659DA4-6681-4B22-B3FF-D0B2B4808C7A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970C3-B310-ED02-631C-7D2C8C06B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A9A51-460E-367D-B8B6-B25C6CD70D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EF6A5C-11FF-40CA-9B37-0E5DE065C2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3784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30DD859-0296-3AA0-E709-97E5DBCB26A4}"/>
              </a:ext>
            </a:extLst>
          </p:cNvPr>
          <p:cNvSpPr>
            <a:spLocks/>
          </p:cNvSpPr>
          <p:nvPr/>
        </p:nvSpPr>
        <p:spPr>
          <a:xfrm>
            <a:off x="0" y="523511"/>
            <a:ext cx="8801973" cy="60936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Object 17">
            <a:extLst>
              <a:ext uri="{FF2B5EF4-FFF2-40B4-BE49-F238E27FC236}">
                <a16:creationId xmlns:a16="http://schemas.microsoft.com/office/drawing/2014/main" id="{8609FF8A-804D-98D5-5919-78A84936FC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0612786"/>
              </p:ext>
            </p:extLst>
          </p:nvPr>
        </p:nvGraphicFramePr>
        <p:xfrm>
          <a:off x="2426712" y="811599"/>
          <a:ext cx="6016725" cy="41504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6874554" imgH="5154158" progId="">
                  <p:embed/>
                </p:oleObj>
              </mc:Choice>
              <mc:Fallback>
                <p:oleObj r:id="rId2" imgW="6874554" imgH="5154158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26712" y="811599"/>
                        <a:ext cx="6016725" cy="41504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327299-A53B-EFDD-B07B-6310E391F22D}"/>
              </a:ext>
            </a:extLst>
          </p:cNvPr>
          <p:cNvCxnSpPr>
            <a:cxnSpLocks/>
          </p:cNvCxnSpPr>
          <p:nvPr/>
        </p:nvCxnSpPr>
        <p:spPr>
          <a:xfrm>
            <a:off x="795737" y="3313035"/>
            <a:ext cx="7647700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CE47C72-47CD-9FBA-384D-C73569FEAFB9}"/>
              </a:ext>
            </a:extLst>
          </p:cNvPr>
          <p:cNvCxnSpPr>
            <a:cxnSpLocks/>
          </p:cNvCxnSpPr>
          <p:nvPr/>
        </p:nvCxnSpPr>
        <p:spPr>
          <a:xfrm>
            <a:off x="795737" y="4116750"/>
            <a:ext cx="7647700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F6598F-A1B2-D8D5-0503-577440740619}"/>
              </a:ext>
            </a:extLst>
          </p:cNvPr>
          <p:cNvCxnSpPr>
            <a:cxnSpLocks/>
          </p:cNvCxnSpPr>
          <p:nvPr/>
        </p:nvCxnSpPr>
        <p:spPr>
          <a:xfrm>
            <a:off x="795737" y="822660"/>
            <a:ext cx="7524605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4" name="Left Brace 13">
            <a:extLst>
              <a:ext uri="{FF2B5EF4-FFF2-40B4-BE49-F238E27FC236}">
                <a16:creationId xmlns:a16="http://schemas.microsoft.com/office/drawing/2014/main" id="{1D9D4A2A-7742-7DF2-DCC6-CB47F08C96D8}"/>
              </a:ext>
            </a:extLst>
          </p:cNvPr>
          <p:cNvSpPr/>
          <p:nvPr/>
        </p:nvSpPr>
        <p:spPr>
          <a:xfrm>
            <a:off x="2029907" y="4301414"/>
            <a:ext cx="317707" cy="226612"/>
          </a:xfrm>
          <a:prstGeom prst="leftBrac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3C9914-52DC-B927-347B-ABAE2F85F636}"/>
              </a:ext>
            </a:extLst>
          </p:cNvPr>
          <p:cNvCxnSpPr>
            <a:cxnSpLocks/>
          </p:cNvCxnSpPr>
          <p:nvPr/>
        </p:nvCxnSpPr>
        <p:spPr>
          <a:xfrm>
            <a:off x="2604224" y="811599"/>
            <a:ext cx="0" cy="51913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784344F-B15B-B0C4-BE82-5D06624D9EA0}"/>
              </a:ext>
            </a:extLst>
          </p:cNvPr>
          <p:cNvCxnSpPr>
            <a:cxnSpLocks/>
          </p:cNvCxnSpPr>
          <p:nvPr/>
        </p:nvCxnSpPr>
        <p:spPr>
          <a:xfrm>
            <a:off x="8243522" y="822660"/>
            <a:ext cx="0" cy="522913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07E8B41-2212-1032-FA3E-D701A7131F64}"/>
              </a:ext>
            </a:extLst>
          </p:cNvPr>
          <p:cNvCxnSpPr>
            <a:cxnSpLocks/>
          </p:cNvCxnSpPr>
          <p:nvPr/>
        </p:nvCxnSpPr>
        <p:spPr>
          <a:xfrm>
            <a:off x="795737" y="4712690"/>
            <a:ext cx="7587426" cy="0"/>
          </a:xfrm>
          <a:prstGeom prst="line">
            <a:avLst/>
          </a:prstGeom>
          <a:ln w="38100"/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21" name="Left Brace 20">
            <a:extLst>
              <a:ext uri="{FF2B5EF4-FFF2-40B4-BE49-F238E27FC236}">
                <a16:creationId xmlns:a16="http://schemas.microsoft.com/office/drawing/2014/main" id="{CBBE4079-AD1F-08AE-B757-AF18697073C0}"/>
              </a:ext>
            </a:extLst>
          </p:cNvPr>
          <p:cNvSpPr/>
          <p:nvPr/>
        </p:nvSpPr>
        <p:spPr>
          <a:xfrm rot="16200000">
            <a:off x="5265529" y="2463950"/>
            <a:ext cx="292260" cy="5443784"/>
          </a:xfrm>
          <a:prstGeom prst="leftBrace">
            <a:avLst/>
          </a:prstGeom>
          <a:ln w="38100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7EB3391-3529-0E05-ED6F-591EACCB8BAF}"/>
              </a:ext>
            </a:extLst>
          </p:cNvPr>
          <p:cNvSpPr txBox="1"/>
          <p:nvPr/>
        </p:nvSpPr>
        <p:spPr>
          <a:xfrm>
            <a:off x="111683" y="637994"/>
            <a:ext cx="628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0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268D63-A2A5-45AA-0164-97A93BBDC008}"/>
              </a:ext>
            </a:extLst>
          </p:cNvPr>
          <p:cNvSpPr txBox="1"/>
          <p:nvPr/>
        </p:nvSpPr>
        <p:spPr>
          <a:xfrm>
            <a:off x="111683" y="3128369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30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625D98-0370-C212-44DE-1CBA26287DDB}"/>
              </a:ext>
            </a:extLst>
          </p:cNvPr>
          <p:cNvSpPr txBox="1"/>
          <p:nvPr/>
        </p:nvSpPr>
        <p:spPr>
          <a:xfrm>
            <a:off x="111683" y="3932084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40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214D0A8-C475-224C-9CE3-7B3DA969AA35}"/>
              </a:ext>
            </a:extLst>
          </p:cNvPr>
          <p:cNvSpPr txBox="1"/>
          <p:nvPr/>
        </p:nvSpPr>
        <p:spPr>
          <a:xfrm>
            <a:off x="111683" y="4477260"/>
            <a:ext cx="7521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 = 46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CBF4ED-2EBD-AABD-9F2A-3AC411B4930D}"/>
              </a:ext>
            </a:extLst>
          </p:cNvPr>
          <p:cNvSpPr txBox="1"/>
          <p:nvPr/>
        </p:nvSpPr>
        <p:spPr>
          <a:xfrm>
            <a:off x="1675944" y="4253695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A9F4D64-0FE1-7973-1167-7EB9557909D5}"/>
              </a:ext>
            </a:extLst>
          </p:cNvPr>
          <p:cNvSpPr txBox="1"/>
          <p:nvPr/>
        </p:nvSpPr>
        <p:spPr>
          <a:xfrm>
            <a:off x="5257610" y="5409617"/>
            <a:ext cx="431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925223E-AB16-B40F-43FB-522D7A92A64B}"/>
              </a:ext>
            </a:extLst>
          </p:cNvPr>
          <p:cNvSpPr txBox="1"/>
          <p:nvPr/>
        </p:nvSpPr>
        <p:spPr>
          <a:xfrm>
            <a:off x="2228159" y="6002931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24F7CD8-F6EB-779C-91A8-FF57A7BE2081}"/>
              </a:ext>
            </a:extLst>
          </p:cNvPr>
          <p:cNvSpPr txBox="1"/>
          <p:nvPr/>
        </p:nvSpPr>
        <p:spPr>
          <a:xfrm>
            <a:off x="7757486" y="6002931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x = 63</a:t>
            </a:r>
          </a:p>
        </p:txBody>
      </p:sp>
    </p:spTree>
    <p:extLst>
      <p:ext uri="{BB962C8B-B14F-4D97-AF65-F5344CB8AC3E}">
        <p14:creationId xmlns:p14="http://schemas.microsoft.com/office/powerpoint/2010/main" val="1371292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20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 P</dc:creator>
  <cp:lastModifiedBy>R P</cp:lastModifiedBy>
  <cp:revision>4</cp:revision>
  <dcterms:created xsi:type="dcterms:W3CDTF">2026-03-25T07:00:05Z</dcterms:created>
  <dcterms:modified xsi:type="dcterms:W3CDTF">2026-10-28T19:01:30Z</dcterms:modified>
</cp:coreProperties>
</file>