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>
        <p:scale>
          <a:sx n="100" d="100"/>
          <a:sy n="100" d="100"/>
        </p:scale>
        <p:origin x="452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9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6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9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8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8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4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84C7-0F5F-6319-ADC6-BCA4504B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3F3D-17CA-B433-BAA2-0319EA345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D95B6-EB52-6ED1-2C3C-4D3D41955085}"/>
              </a:ext>
            </a:extLst>
          </p:cNvPr>
          <p:cNvSpPr/>
          <p:nvPr/>
        </p:nvSpPr>
        <p:spPr>
          <a:xfrm>
            <a:off x="717047" y="776253"/>
            <a:ext cx="7598072" cy="5670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9B647DB-6118-5A5F-501F-FF1A5A5F0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C962CCC5-3B4F-4DC5-E387-BBB0217E7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54"/>
          <a:stretch>
            <a:fillRect/>
          </a:stretch>
        </p:blipFill>
        <p:spPr>
          <a:xfrm>
            <a:off x="717047" y="866734"/>
            <a:ext cx="6160433" cy="548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0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0B8E96-15DB-B066-69CB-9A7DEA31910D}"/>
              </a:ext>
            </a:extLst>
          </p:cNvPr>
          <p:cNvSpPr/>
          <p:nvPr/>
        </p:nvSpPr>
        <p:spPr>
          <a:xfrm>
            <a:off x="717047" y="776253"/>
            <a:ext cx="7598072" cy="5670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D4E4DA47-35DA-57AA-0DCD-7C9794E46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54"/>
          <a:stretch>
            <a:fillRect/>
          </a:stretch>
        </p:blipFill>
        <p:spPr>
          <a:xfrm>
            <a:off x="717047" y="866734"/>
            <a:ext cx="6160433" cy="5486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D1AABD-5123-A854-FF78-A026E36980F3}"/>
              </a:ext>
            </a:extLst>
          </p:cNvPr>
          <p:cNvSpPr txBox="1"/>
          <p:nvPr/>
        </p:nvSpPr>
        <p:spPr>
          <a:xfrm>
            <a:off x="6384844" y="1354130"/>
            <a:ext cx="1752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(11)</a:t>
            </a:r>
            <a:r>
              <a:rPr lang="en-US" sz="2400" baseline="-25000" dirty="0">
                <a:latin typeface="Consolas" panose="020B0609020204030204" pitchFamily="49" charset="0"/>
              </a:rPr>
              <a:t>bin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F89DA-A306-A7AB-68D9-83A7CCE15E11}"/>
              </a:ext>
            </a:extLst>
          </p:cNvPr>
          <p:cNvSpPr txBox="1"/>
          <p:nvPr/>
        </p:nvSpPr>
        <p:spPr>
          <a:xfrm>
            <a:off x="6384844" y="2530155"/>
            <a:ext cx="1752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(10)</a:t>
            </a:r>
            <a:r>
              <a:rPr lang="en-US" sz="2400" baseline="-25000" dirty="0">
                <a:latin typeface="Consolas" panose="020B0609020204030204" pitchFamily="49" charset="0"/>
              </a:rPr>
              <a:t>bin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CE7CA-6401-4575-BFC0-9ECB2AB02EC8}"/>
              </a:ext>
            </a:extLst>
          </p:cNvPr>
          <p:cNvSpPr txBox="1"/>
          <p:nvPr/>
        </p:nvSpPr>
        <p:spPr>
          <a:xfrm>
            <a:off x="6384844" y="3768268"/>
            <a:ext cx="1752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(01)</a:t>
            </a:r>
            <a:r>
              <a:rPr lang="en-US" sz="2400" baseline="-25000" dirty="0">
                <a:latin typeface="Consolas" panose="020B0609020204030204" pitchFamily="49" charset="0"/>
              </a:rPr>
              <a:t>bin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B99BE-FF61-3885-CBE1-DBEC7ED31781}"/>
              </a:ext>
            </a:extLst>
          </p:cNvPr>
          <p:cNvSpPr txBox="1"/>
          <p:nvPr/>
        </p:nvSpPr>
        <p:spPr>
          <a:xfrm>
            <a:off x="6384844" y="5000989"/>
            <a:ext cx="17524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(00)</a:t>
            </a:r>
            <a:r>
              <a:rPr lang="en-US" sz="2400" baseline="-25000" dirty="0">
                <a:latin typeface="Consolas" panose="020B0609020204030204" pitchFamily="49" charset="0"/>
              </a:rPr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224022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A6038DEA-0B1F-0E70-BDB0-F52A9CFE9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16"/>
          <a:stretch>
            <a:fillRect/>
          </a:stretch>
        </p:blipFill>
        <p:spPr>
          <a:xfrm>
            <a:off x="2012783" y="0"/>
            <a:ext cx="694833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197B49-65C5-602D-E43E-4534CE59577C}"/>
              </a:ext>
            </a:extLst>
          </p:cNvPr>
          <p:cNvSpPr txBox="1"/>
          <p:nvPr/>
        </p:nvSpPr>
        <p:spPr>
          <a:xfrm>
            <a:off x="8961119" y="3552456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(011)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02247-B9E1-F3FA-964B-121DE7AEEE00}"/>
              </a:ext>
            </a:extLst>
          </p:cNvPr>
          <p:cNvSpPr txBox="1"/>
          <p:nvPr/>
        </p:nvSpPr>
        <p:spPr>
          <a:xfrm>
            <a:off x="8961119" y="4378842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(010)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EAA937-40ED-18A9-BC22-79B5381869E4}"/>
              </a:ext>
            </a:extLst>
          </p:cNvPr>
          <p:cNvSpPr txBox="1"/>
          <p:nvPr/>
        </p:nvSpPr>
        <p:spPr>
          <a:xfrm>
            <a:off x="8961119" y="5205228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(001)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75FA1-F18D-6C32-5B2C-0B432258F5FD}"/>
              </a:ext>
            </a:extLst>
          </p:cNvPr>
          <p:cNvSpPr txBox="1"/>
          <p:nvPr/>
        </p:nvSpPr>
        <p:spPr>
          <a:xfrm>
            <a:off x="8961120" y="6031614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(000)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6F56F-F075-27AA-188B-3290CF9BCA0B}"/>
              </a:ext>
            </a:extLst>
          </p:cNvPr>
          <p:cNvSpPr txBox="1"/>
          <p:nvPr/>
        </p:nvSpPr>
        <p:spPr>
          <a:xfrm>
            <a:off x="8961119" y="194779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7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(111)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56135-314B-4B2C-83B5-A736044C4210}"/>
              </a:ext>
            </a:extLst>
          </p:cNvPr>
          <p:cNvSpPr txBox="1"/>
          <p:nvPr/>
        </p:nvSpPr>
        <p:spPr>
          <a:xfrm>
            <a:off x="8961119" y="1021165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6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(110)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6E168-D8D2-A521-CE42-DE1A07BE21D7}"/>
              </a:ext>
            </a:extLst>
          </p:cNvPr>
          <p:cNvSpPr txBox="1"/>
          <p:nvPr/>
        </p:nvSpPr>
        <p:spPr>
          <a:xfrm>
            <a:off x="8961119" y="1847551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(101)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1F4C4-E58C-CCDA-424E-505319E7B713}"/>
              </a:ext>
            </a:extLst>
          </p:cNvPr>
          <p:cNvSpPr txBox="1"/>
          <p:nvPr/>
        </p:nvSpPr>
        <p:spPr>
          <a:xfrm>
            <a:off x="8961120" y="2673937"/>
            <a:ext cx="1910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4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(100)</a:t>
            </a:r>
            <a:r>
              <a:rPr lang="en-US" sz="1600" baseline="-25000" dirty="0">
                <a:latin typeface="Consolas" panose="020B0609020204030204" pitchFamily="49" charset="0"/>
              </a:rPr>
              <a:t>bin</a:t>
            </a:r>
            <a:endParaRPr lang="en-US" sz="1100" baseline="-25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78766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Consolas</vt:lpstr>
      <vt:lpstr>Neue Haas Grotesk Text Pro</vt:lpstr>
      <vt:lpstr>VanillaVTI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P</dc:creator>
  <cp:lastModifiedBy>R P</cp:lastModifiedBy>
  <cp:revision>1</cp:revision>
  <dcterms:created xsi:type="dcterms:W3CDTF">2025-09-08T18:28:20Z</dcterms:created>
  <dcterms:modified xsi:type="dcterms:W3CDTF">2025-09-08T18:42:10Z</dcterms:modified>
</cp:coreProperties>
</file>