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55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3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02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98DDAE2-0419-B86E-8B17-D657E05CF4A1}"/>
              </a:ext>
            </a:extLst>
          </p:cNvPr>
          <p:cNvSpPr txBox="1"/>
          <p:nvPr/>
        </p:nvSpPr>
        <p:spPr>
          <a:xfrm>
            <a:off x="6324603" y="6027569"/>
            <a:ext cx="5368444" cy="646331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>
                <a:latin typeface="+mn-lt"/>
              </a:defRPr>
            </a:lvl1pPr>
          </a:lstStyle>
          <a:p>
            <a:r>
              <a:rPr lang="en-US" dirty="0"/>
              <a:t>Nieces Maggie and Layla</a:t>
            </a:r>
            <a:br>
              <a:rPr lang="en-US" dirty="0"/>
            </a:br>
            <a:r>
              <a:rPr lang="en-US" dirty="0"/>
              <a:t>Nephew Jackson, Andreson, and Hudson (not pictured)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1E62671-F8FF-F862-97EA-E0A98895210B}"/>
              </a:ext>
            </a:extLst>
          </p:cNvPr>
          <p:cNvGrpSpPr/>
          <p:nvPr/>
        </p:nvGrpSpPr>
        <p:grpSpPr>
          <a:xfrm>
            <a:off x="7152058" y="175083"/>
            <a:ext cx="4183997" cy="2676332"/>
            <a:chOff x="5178494" y="76202"/>
            <a:chExt cx="3741316" cy="2383076"/>
          </a:xfrm>
        </p:grpSpPr>
        <p:pic>
          <p:nvPicPr>
            <p:cNvPr id="8" name="Picture 7" descr="A picture containing text, indoor, projector&#10;&#10;Description automatically generated">
              <a:extLst>
                <a:ext uri="{FF2B5EF4-FFF2-40B4-BE49-F238E27FC236}">
                  <a16:creationId xmlns:a16="http://schemas.microsoft.com/office/drawing/2014/main" id="{0E4A2B5C-D76E-6491-C30E-F34D18EBA3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6382"/>
            <a:stretch/>
          </p:blipFill>
          <p:spPr>
            <a:xfrm rot="5400000">
              <a:off x="5855490" y="-599241"/>
              <a:ext cx="2362200" cy="371308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C75832-3185-A546-ADC1-6119EAD61EFE}"/>
                </a:ext>
              </a:extLst>
            </p:cNvPr>
            <p:cNvSpPr txBox="1"/>
            <p:nvPr/>
          </p:nvSpPr>
          <p:spPr>
            <a:xfrm>
              <a:off x="5178494" y="2130415"/>
              <a:ext cx="3741316" cy="328863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Band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7AE1631-B824-99FF-3CF8-DBCD0951E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998" y="1238074"/>
            <a:ext cx="3596536" cy="269740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860AB19-D263-D14F-FF91-A58474038A81}"/>
              </a:ext>
            </a:extLst>
          </p:cNvPr>
          <p:cNvGrpSpPr/>
          <p:nvPr/>
        </p:nvGrpSpPr>
        <p:grpSpPr>
          <a:xfrm>
            <a:off x="269310" y="1028900"/>
            <a:ext cx="5164040" cy="4206876"/>
            <a:chOff x="158663" y="2145505"/>
            <a:chExt cx="5155448" cy="421230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7CD07A8-52DA-CC6B-4CD3-7E7A8B55D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8663" y="2145505"/>
              <a:ext cx="5155448" cy="384249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5895C6-5322-0685-431B-648ABF9E9758}"/>
                </a:ext>
              </a:extLst>
            </p:cNvPr>
            <p:cNvSpPr txBox="1"/>
            <p:nvPr/>
          </p:nvSpPr>
          <p:spPr>
            <a:xfrm>
              <a:off x="158663" y="5988000"/>
              <a:ext cx="5155447" cy="369808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>
                  <a:latin typeface="+mn-lt"/>
                </a:defRPr>
              </a:lvl1pPr>
            </a:lstStyle>
            <a:p>
              <a:r>
                <a:rPr lang="en-US" dirty="0"/>
                <a:t>Geneva with wife Jackie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8309630C-3E43-D845-F74C-A3685385BD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2" y="2996792"/>
            <a:ext cx="3621064" cy="30307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165E3BF-8438-7177-6D30-DCF310415C2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944" r="11362"/>
          <a:stretch>
            <a:fillRect/>
          </a:stretch>
        </p:blipFill>
        <p:spPr>
          <a:xfrm>
            <a:off x="8907668" y="3001784"/>
            <a:ext cx="2785379" cy="302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66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45</Words>
  <Application>Microsoft Office PowerPoint</Application>
  <PresentationFormat>Widescreen</PresentationFormat>
  <Paragraphs>27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</dc:title>
  <dc:subject>PptxGenJS Presentation</dc:subject>
  <dc:creator>Created by Marp</dc:creator>
  <cp:lastModifiedBy>R P</cp:lastModifiedBy>
  <cp:revision>3</cp:revision>
  <dcterms:created xsi:type="dcterms:W3CDTF">2025-08-24T01:34:00Z</dcterms:created>
  <dcterms:modified xsi:type="dcterms:W3CDTF">2026-01-12T18:28:43Z</dcterms:modified>
</cp:coreProperties>
</file>