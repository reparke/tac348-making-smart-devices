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555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11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9062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6BA19E0-76F8-30FD-2987-FF0389C703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362" b="2"/>
          <a:stretch>
            <a:fillRect/>
          </a:stretch>
        </p:blipFill>
        <p:spPr>
          <a:xfrm>
            <a:off x="196731" y="170453"/>
            <a:ext cx="3794884" cy="651709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7CD07A8-52DA-CC6B-4CD3-7E7A8B55D4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502" r="9084" b="-1"/>
          <a:stretch>
            <a:fillRect/>
          </a:stretch>
        </p:blipFill>
        <p:spPr>
          <a:xfrm>
            <a:off x="4184141" y="165371"/>
            <a:ext cx="3826711" cy="317654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309630C-3E43-D845-F74C-A3685385BD1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" b="37638"/>
          <a:stretch>
            <a:fillRect/>
          </a:stretch>
        </p:blipFill>
        <p:spPr>
          <a:xfrm>
            <a:off x="8193992" y="159910"/>
            <a:ext cx="3826711" cy="318196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165E3BF-8438-7177-6D30-DCF310415C2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4623" r="2" b="23146"/>
          <a:stretch>
            <a:fillRect/>
          </a:stretch>
        </p:blipFill>
        <p:spPr>
          <a:xfrm>
            <a:off x="4184141" y="3512234"/>
            <a:ext cx="3826711" cy="317531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CA05A41-3C0E-F59E-01F7-CEE080FB48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552" r="2" b="13309"/>
          <a:stretch>
            <a:fillRect/>
          </a:stretch>
        </p:blipFill>
        <p:spPr>
          <a:xfrm>
            <a:off x="8193992" y="3505966"/>
            <a:ext cx="3826711" cy="318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434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</Words>
  <Application>Microsoft Office PowerPoint</Application>
  <PresentationFormat>Widescreen</PresentationFormat>
  <Paragraphs>24</Paragraphs>
  <Slides>25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Introduction</dc:title>
  <dc:subject>PptxGenJS Presentation</dc:subject>
  <dc:creator>Created by Marp</dc:creator>
  <cp:lastModifiedBy>R P</cp:lastModifiedBy>
  <cp:revision>2</cp:revision>
  <dcterms:created xsi:type="dcterms:W3CDTF">2026-08-22T17:18:13Z</dcterms:created>
  <dcterms:modified xsi:type="dcterms:W3CDTF">2026-08-22T17:19:03Z</dcterms:modified>
</cp:coreProperties>
</file>