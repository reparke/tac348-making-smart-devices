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555" r:id="rId2"/>
    <p:sldId id="554" r:id="rId3"/>
    <p:sldId id="278" r:id="rId4"/>
    <p:sldId id="551" r:id="rId5"/>
    <p:sldId id="552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9" d="100"/>
          <a:sy n="59" d="100"/>
        </p:scale>
        <p:origin x="68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4708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Hide other faculty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42502-A0B0-4049-BE46-325A13CC55AE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3111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112518"/>
            <a:ext cx="117856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200" y="1255519"/>
            <a:ext cx="11785600" cy="4674765"/>
          </a:xfrm>
        </p:spPr>
        <p:txBody>
          <a:bodyPr/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 smtClean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D8F24C-0AD9-49A4-AAFB-00ECB9121C0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123330"/>
      </p:ext>
    </p:extLst>
  </p:cSld>
  <p:clrMapOvr>
    <a:masterClrMapping/>
  </p:clrMapOvr>
  <p:transition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5" Type="http://schemas.openxmlformats.org/officeDocument/2006/relationships/image" Target="../media/image9.png"/><Relationship Id="rId4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BA19E0-76F8-30FD-2987-FF0389C703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2362" b="2"/>
          <a:stretch>
            <a:fillRect/>
          </a:stretch>
        </p:blipFill>
        <p:spPr>
          <a:xfrm>
            <a:off x="196731" y="170453"/>
            <a:ext cx="3794884" cy="651709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7CD07A8-52DA-CC6B-4CD3-7E7A8B55D4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502" r="9084" b="-1"/>
          <a:stretch>
            <a:fillRect/>
          </a:stretch>
        </p:blipFill>
        <p:spPr>
          <a:xfrm>
            <a:off x="4184141" y="165371"/>
            <a:ext cx="3826711" cy="317654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309630C-3E43-D845-F74C-A3685385BD1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" b="37638"/>
          <a:stretch>
            <a:fillRect/>
          </a:stretch>
        </p:blipFill>
        <p:spPr>
          <a:xfrm>
            <a:off x="8193992" y="159910"/>
            <a:ext cx="3826711" cy="318196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165E3BF-8438-7177-6D30-DCF310415C2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4623" r="2" b="23146"/>
          <a:stretch>
            <a:fillRect/>
          </a:stretch>
        </p:blipFill>
        <p:spPr>
          <a:xfrm>
            <a:off x="4184141" y="3512234"/>
            <a:ext cx="3826711" cy="317531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CA05A41-3C0E-F59E-01F7-CEE080FB48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552" r="2" b="13309"/>
          <a:stretch>
            <a:fillRect/>
          </a:stretch>
        </p:blipFill>
        <p:spPr>
          <a:xfrm>
            <a:off x="8193992" y="3505966"/>
            <a:ext cx="3826711" cy="318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434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BA19E0-76F8-30FD-2987-FF0389C703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2362" b="2"/>
          <a:stretch>
            <a:fillRect/>
          </a:stretch>
        </p:blipFill>
        <p:spPr>
          <a:xfrm>
            <a:off x="196731" y="170453"/>
            <a:ext cx="3794884" cy="651709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7CD07A8-52DA-CC6B-4CD3-7E7A8B55D4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502" r="9084" b="-1"/>
          <a:stretch>
            <a:fillRect/>
          </a:stretch>
        </p:blipFill>
        <p:spPr>
          <a:xfrm>
            <a:off x="4184141" y="165371"/>
            <a:ext cx="3826711" cy="317654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309630C-3E43-D845-F74C-A3685385BD1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" b="37638"/>
          <a:stretch>
            <a:fillRect/>
          </a:stretch>
        </p:blipFill>
        <p:spPr>
          <a:xfrm>
            <a:off x="8193992" y="159910"/>
            <a:ext cx="3826711" cy="318196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165E3BF-8438-7177-6D30-DCF310415C2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4623" r="2" b="23146"/>
          <a:stretch>
            <a:fillRect/>
          </a:stretch>
        </p:blipFill>
        <p:spPr>
          <a:xfrm>
            <a:off x="4184141" y="3512234"/>
            <a:ext cx="3826711" cy="3175314"/>
          </a:xfrm>
          <a:prstGeom prst="rect">
            <a:avLst/>
          </a:prstGeom>
        </p:spPr>
      </p:pic>
      <p:pic>
        <p:nvPicPr>
          <p:cNvPr id="8" name="Picture 7" descr="A picture containing text, indoor, projector&#10;&#10;Description automatically generated">
            <a:extLst>
              <a:ext uri="{FF2B5EF4-FFF2-40B4-BE49-F238E27FC236}">
                <a16:creationId xmlns:a16="http://schemas.microsoft.com/office/drawing/2014/main" id="{0E4A2B5C-D76E-6491-C30E-F34D18EBA38C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61" b="2"/>
          <a:stretch>
            <a:fillRect/>
          </a:stretch>
        </p:blipFill>
        <p:spPr>
          <a:xfrm rot="5400000">
            <a:off x="8516556" y="3183401"/>
            <a:ext cx="3181582" cy="3826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987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07C0887B-DC4E-E436-FDE5-6AC832482400}"/>
              </a:ext>
            </a:extLst>
          </p:cNvPr>
          <p:cNvGrpSpPr/>
          <p:nvPr/>
        </p:nvGrpSpPr>
        <p:grpSpPr>
          <a:xfrm>
            <a:off x="6400801" y="2888243"/>
            <a:ext cx="4895678" cy="3863259"/>
            <a:chOff x="3863036" y="2658547"/>
            <a:chExt cx="4343400" cy="3570391"/>
          </a:xfrm>
        </p:grpSpPr>
        <p:pic>
          <p:nvPicPr>
            <p:cNvPr id="10" name="Picture 9" descr="A baby in a hospital bed&#10;&#10;Description automatically generated">
              <a:extLst>
                <a:ext uri="{FF2B5EF4-FFF2-40B4-BE49-F238E27FC236}">
                  <a16:creationId xmlns:a16="http://schemas.microsoft.com/office/drawing/2014/main" id="{E65C517C-8749-6779-78C7-829FC24AA9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4405961" y="2115622"/>
              <a:ext cx="3257550" cy="4343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98DDAE2-0419-B86E-8B17-D657E05CF4A1}"/>
                </a:ext>
              </a:extLst>
            </p:cNvPr>
            <p:cNvSpPr txBox="1"/>
            <p:nvPr/>
          </p:nvSpPr>
          <p:spPr>
            <a:xfrm>
              <a:off x="3863036" y="5887605"/>
              <a:ext cx="4343400" cy="341333"/>
            </a:xfrm>
            <a:prstGeom prst="rect">
              <a:avLst/>
            </a:prstGeom>
            <a:solidFill>
              <a:srgbClr val="00B0F0"/>
            </a:solidFill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ctr">
                <a:defRPr>
                  <a:latin typeface="+mn-lt"/>
                </a:defRPr>
              </a:lvl1pPr>
            </a:lstStyle>
            <a:p>
              <a:r>
                <a:rPr lang="en-US" dirty="0"/>
                <a:t>New niece Magnolia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411A30B-61CA-C1DF-2283-4BD3116EC1BA}"/>
              </a:ext>
            </a:extLst>
          </p:cNvPr>
          <p:cNvGrpSpPr/>
          <p:nvPr/>
        </p:nvGrpSpPr>
        <p:grpSpPr>
          <a:xfrm>
            <a:off x="483197" y="507764"/>
            <a:ext cx="4221233" cy="5972672"/>
            <a:chOff x="136356" y="236550"/>
            <a:chExt cx="3594489" cy="5161982"/>
          </a:xfrm>
        </p:grpSpPr>
        <p:pic>
          <p:nvPicPr>
            <p:cNvPr id="9" name="Picture 8" descr="A person in a wheelchair posing with a statue of a lion&#10;&#10;Description automatically generated">
              <a:extLst>
                <a:ext uri="{FF2B5EF4-FFF2-40B4-BE49-F238E27FC236}">
                  <a16:creationId xmlns:a16="http://schemas.microsoft.com/office/drawing/2014/main" id="{2A3E67B6-5CEA-1824-0E79-CC6CFB4C2B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357" y="236550"/>
              <a:ext cx="3594488" cy="479265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85895C6-5322-0685-431B-648ABF9E9758}"/>
                </a:ext>
              </a:extLst>
            </p:cNvPr>
            <p:cNvSpPr txBox="1"/>
            <p:nvPr/>
          </p:nvSpPr>
          <p:spPr>
            <a:xfrm>
              <a:off x="136356" y="5029200"/>
              <a:ext cx="3594488" cy="369332"/>
            </a:xfrm>
            <a:prstGeom prst="rect">
              <a:avLst/>
            </a:prstGeom>
            <a:solidFill>
              <a:srgbClr val="00B0F0"/>
            </a:solidFill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ctr">
                <a:defRPr>
                  <a:latin typeface="+mn-lt"/>
                </a:defRPr>
              </a:lvl1pPr>
            </a:lstStyle>
            <a:p>
              <a:r>
                <a:rPr lang="en-US" dirty="0"/>
                <a:t>Chicago with wife Jackie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1E62671-F8FF-F862-97EA-E0A98895210B}"/>
              </a:ext>
            </a:extLst>
          </p:cNvPr>
          <p:cNvGrpSpPr/>
          <p:nvPr/>
        </p:nvGrpSpPr>
        <p:grpSpPr>
          <a:xfrm>
            <a:off x="6977982" y="157244"/>
            <a:ext cx="3741316" cy="2362200"/>
            <a:chOff x="5178494" y="76202"/>
            <a:chExt cx="3741316" cy="2362200"/>
          </a:xfrm>
        </p:grpSpPr>
        <p:pic>
          <p:nvPicPr>
            <p:cNvPr id="8" name="Picture 7" descr="A picture containing text, indoor, projector&#10;&#10;Description automatically generated">
              <a:extLst>
                <a:ext uri="{FF2B5EF4-FFF2-40B4-BE49-F238E27FC236}">
                  <a16:creationId xmlns:a16="http://schemas.microsoft.com/office/drawing/2014/main" id="{0E4A2B5C-D76E-6491-C30E-F34D18EBA38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6382"/>
            <a:stretch/>
          </p:blipFill>
          <p:spPr>
            <a:xfrm rot="5400000">
              <a:off x="5855490" y="-599241"/>
              <a:ext cx="2362200" cy="3713085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7C75832-3185-A546-ADC1-6119EAD61EFE}"/>
                </a:ext>
              </a:extLst>
            </p:cNvPr>
            <p:cNvSpPr txBox="1"/>
            <p:nvPr/>
          </p:nvSpPr>
          <p:spPr>
            <a:xfrm>
              <a:off x="5178494" y="2069070"/>
              <a:ext cx="3741316" cy="369332"/>
            </a:xfrm>
            <a:prstGeom prst="rect">
              <a:avLst/>
            </a:prstGeom>
            <a:solidFill>
              <a:srgbClr val="00B0F0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+mn-lt"/>
                </a:rPr>
                <a:t>Band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55274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text, indoor, projector&#10;&#10;Description automatically generated">
            <a:extLst>
              <a:ext uri="{FF2B5EF4-FFF2-40B4-BE49-F238E27FC236}">
                <a16:creationId xmlns:a16="http://schemas.microsoft.com/office/drawing/2014/main" id="{B81D5573-CA42-4F5F-99C2-967E82C0AA6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382"/>
          <a:stretch/>
        </p:blipFill>
        <p:spPr>
          <a:xfrm rot="5400000">
            <a:off x="8711655" y="-245045"/>
            <a:ext cx="2362200" cy="3713085"/>
          </a:xfrm>
          <a:prstGeom prst="rect">
            <a:avLst/>
          </a:prstGeom>
        </p:spPr>
      </p:pic>
      <p:pic>
        <p:nvPicPr>
          <p:cNvPr id="3" name="Picture 2" descr="A person in a wheelchair posing with a statue of a lion&#10;&#10;Description automatically generated">
            <a:extLst>
              <a:ext uri="{FF2B5EF4-FFF2-40B4-BE49-F238E27FC236}">
                <a16:creationId xmlns:a16="http://schemas.microsoft.com/office/drawing/2014/main" id="{FAFE24C3-1C32-83E3-B613-E99CB1ADE33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817" y="180812"/>
            <a:ext cx="3340293" cy="445372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681B63-C8E3-2B9D-5005-5F304C557A75}"/>
              </a:ext>
            </a:extLst>
          </p:cNvPr>
          <p:cNvSpPr txBox="1"/>
          <p:nvPr/>
        </p:nvSpPr>
        <p:spPr>
          <a:xfrm>
            <a:off x="294817" y="4634536"/>
            <a:ext cx="3340293" cy="369332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>
                <a:latin typeface="+mn-lt"/>
              </a:defRPr>
            </a:lvl1pPr>
          </a:lstStyle>
          <a:p>
            <a:r>
              <a:rPr lang="en-US" dirty="0"/>
              <a:t>Chicago with wife Jackie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8A40E2-9A44-1BFC-A9AC-F998F2E6B2E5}"/>
              </a:ext>
            </a:extLst>
          </p:cNvPr>
          <p:cNvSpPr txBox="1"/>
          <p:nvPr/>
        </p:nvSpPr>
        <p:spPr>
          <a:xfrm>
            <a:off x="8034659" y="2423266"/>
            <a:ext cx="3741316" cy="369332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/>
              <a:t>Band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9A3C332-15D8-ACB0-E1C4-1454E60E88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6869" y="4065402"/>
            <a:ext cx="2438400" cy="1985679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D8274B80-CA11-497B-0496-CC2D850A3A47}"/>
              </a:ext>
            </a:extLst>
          </p:cNvPr>
          <p:cNvGrpSpPr/>
          <p:nvPr/>
        </p:nvGrpSpPr>
        <p:grpSpPr>
          <a:xfrm>
            <a:off x="4087466" y="2124966"/>
            <a:ext cx="3486288" cy="4403792"/>
            <a:chOff x="4148961" y="2544413"/>
            <a:chExt cx="2986629" cy="3879332"/>
          </a:xfrm>
        </p:grpSpPr>
        <p:pic>
          <p:nvPicPr>
            <p:cNvPr id="14" name="Picture 13" descr="A baby with its mouth open&#10;&#10;Description automatically generated">
              <a:extLst>
                <a:ext uri="{FF2B5EF4-FFF2-40B4-BE49-F238E27FC236}">
                  <a16:creationId xmlns:a16="http://schemas.microsoft.com/office/drawing/2014/main" id="{B8061CC7-232B-8F4E-D725-20A3214D453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270" t="18348" r="-1" b="726"/>
            <a:stretch/>
          </p:blipFill>
          <p:spPr>
            <a:xfrm>
              <a:off x="4148961" y="2544413"/>
              <a:ext cx="2986628" cy="3551795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15A9B56-EC67-2FD6-8CB5-3B45A4F9758A}"/>
                </a:ext>
              </a:extLst>
            </p:cNvPr>
            <p:cNvSpPr txBox="1"/>
            <p:nvPr/>
          </p:nvSpPr>
          <p:spPr>
            <a:xfrm>
              <a:off x="4148961" y="6098398"/>
              <a:ext cx="2986629" cy="325347"/>
            </a:xfrm>
            <a:prstGeom prst="rect">
              <a:avLst/>
            </a:prstGeom>
            <a:solidFill>
              <a:srgbClr val="00B0F0"/>
            </a:solidFill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ctr">
                <a:defRPr>
                  <a:latin typeface="+mn-lt"/>
                </a:defRPr>
              </a:lvl1pPr>
            </a:lstStyle>
            <a:p>
              <a:r>
                <a:rPr lang="en-US" dirty="0"/>
                <a:t>New niece Magnolia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69102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9411A30B-61CA-C1DF-2283-4BD3116EC1BA}"/>
              </a:ext>
            </a:extLst>
          </p:cNvPr>
          <p:cNvGrpSpPr/>
          <p:nvPr/>
        </p:nvGrpSpPr>
        <p:grpSpPr>
          <a:xfrm>
            <a:off x="483197" y="507764"/>
            <a:ext cx="4221233" cy="5972672"/>
            <a:chOff x="136356" y="236550"/>
            <a:chExt cx="3594489" cy="5161982"/>
          </a:xfrm>
        </p:grpSpPr>
        <p:pic>
          <p:nvPicPr>
            <p:cNvPr id="9" name="Picture 8" descr="A person in a wheelchair posing with a statue of a lion&#10;&#10;Description automatically generated">
              <a:extLst>
                <a:ext uri="{FF2B5EF4-FFF2-40B4-BE49-F238E27FC236}">
                  <a16:creationId xmlns:a16="http://schemas.microsoft.com/office/drawing/2014/main" id="{2A3E67B6-5CEA-1824-0E79-CC6CFB4C2B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357" y="236550"/>
              <a:ext cx="3594488" cy="479265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85895C6-5322-0685-431B-648ABF9E9758}"/>
                </a:ext>
              </a:extLst>
            </p:cNvPr>
            <p:cNvSpPr txBox="1"/>
            <p:nvPr/>
          </p:nvSpPr>
          <p:spPr>
            <a:xfrm>
              <a:off x="136356" y="5029200"/>
              <a:ext cx="3594488" cy="369332"/>
            </a:xfrm>
            <a:prstGeom prst="rect">
              <a:avLst/>
            </a:prstGeom>
            <a:solidFill>
              <a:srgbClr val="00B0F0"/>
            </a:solidFill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ctr">
                <a:defRPr>
                  <a:latin typeface="+mn-lt"/>
                </a:defRPr>
              </a:lvl1pPr>
            </a:lstStyle>
            <a:p>
              <a:r>
                <a:rPr lang="en-US" dirty="0"/>
                <a:t>Chicago with wife Jackie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1E62671-F8FF-F862-97EA-E0A98895210B}"/>
              </a:ext>
            </a:extLst>
          </p:cNvPr>
          <p:cNvGrpSpPr/>
          <p:nvPr/>
        </p:nvGrpSpPr>
        <p:grpSpPr>
          <a:xfrm>
            <a:off x="6977982" y="157244"/>
            <a:ext cx="3741316" cy="2362200"/>
            <a:chOff x="5178494" y="76202"/>
            <a:chExt cx="3741316" cy="2362200"/>
          </a:xfrm>
        </p:grpSpPr>
        <p:pic>
          <p:nvPicPr>
            <p:cNvPr id="8" name="Picture 7" descr="A picture containing text, indoor, projector&#10;&#10;Description automatically generated">
              <a:extLst>
                <a:ext uri="{FF2B5EF4-FFF2-40B4-BE49-F238E27FC236}">
                  <a16:creationId xmlns:a16="http://schemas.microsoft.com/office/drawing/2014/main" id="{0E4A2B5C-D76E-6491-C30E-F34D18EBA38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6382"/>
            <a:stretch/>
          </p:blipFill>
          <p:spPr>
            <a:xfrm rot="5400000">
              <a:off x="5855490" y="-599241"/>
              <a:ext cx="2362200" cy="3713085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7C75832-3185-A546-ADC1-6119EAD61EFE}"/>
                </a:ext>
              </a:extLst>
            </p:cNvPr>
            <p:cNvSpPr txBox="1"/>
            <p:nvPr/>
          </p:nvSpPr>
          <p:spPr>
            <a:xfrm>
              <a:off x="5178494" y="2069070"/>
              <a:ext cx="3741316" cy="369332"/>
            </a:xfrm>
            <a:prstGeom prst="rect">
              <a:avLst/>
            </a:prstGeom>
            <a:solidFill>
              <a:srgbClr val="00B0F0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+mn-lt"/>
                </a:rPr>
                <a:t>Band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78492172-D79B-9BAA-A685-5328D562BAC9}"/>
              </a:ext>
            </a:extLst>
          </p:cNvPr>
          <p:cNvGrpSpPr/>
          <p:nvPr/>
        </p:nvGrpSpPr>
        <p:grpSpPr>
          <a:xfrm>
            <a:off x="7329267" y="2835002"/>
            <a:ext cx="2771982" cy="3501498"/>
            <a:chOff x="4148961" y="2544413"/>
            <a:chExt cx="2986629" cy="3879332"/>
          </a:xfrm>
        </p:grpSpPr>
        <p:pic>
          <p:nvPicPr>
            <p:cNvPr id="3" name="Picture 2" descr="A baby with its mouth open&#10;&#10;Description automatically generated">
              <a:extLst>
                <a:ext uri="{FF2B5EF4-FFF2-40B4-BE49-F238E27FC236}">
                  <a16:creationId xmlns:a16="http://schemas.microsoft.com/office/drawing/2014/main" id="{1719DBE0-9FBF-D69C-44C8-ACC36C09D1C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270" t="18348" r="-1" b="726"/>
            <a:stretch/>
          </p:blipFill>
          <p:spPr>
            <a:xfrm>
              <a:off x="4148961" y="2544413"/>
              <a:ext cx="2986628" cy="3551795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BB0D286-ECC7-FF78-C86B-B991C8C3B4D4}"/>
                </a:ext>
              </a:extLst>
            </p:cNvPr>
            <p:cNvSpPr txBox="1"/>
            <p:nvPr/>
          </p:nvSpPr>
          <p:spPr>
            <a:xfrm>
              <a:off x="4148961" y="6098398"/>
              <a:ext cx="2986629" cy="325347"/>
            </a:xfrm>
            <a:prstGeom prst="rect">
              <a:avLst/>
            </a:prstGeom>
            <a:solidFill>
              <a:srgbClr val="00B0F0"/>
            </a:solidFill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ctr">
                <a:defRPr>
                  <a:latin typeface="+mn-lt"/>
                </a:defRPr>
              </a:lvl1pPr>
            </a:lstStyle>
            <a:p>
              <a:r>
                <a:rPr lang="en-US" dirty="0"/>
                <a:t>New niece Magnolia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92513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561</TotalTime>
  <Words>29</Words>
  <Application>Microsoft Office PowerPoint</Application>
  <PresentationFormat>Widescreen</PresentationFormat>
  <Paragraphs>11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Introduction</dc:title>
  <dc:subject>PptxGenJS Presentation</dc:subject>
  <dc:creator>Created by Marp</dc:creator>
  <cp:lastModifiedBy>R P</cp:lastModifiedBy>
  <cp:revision>11</cp:revision>
  <dcterms:created xsi:type="dcterms:W3CDTF">2022-01-12T00:43:18Z</dcterms:created>
  <dcterms:modified xsi:type="dcterms:W3CDTF">2026-08-22T07:33:23Z</dcterms:modified>
</cp:coreProperties>
</file>